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반갑습니다. 백엔드 및 인프라 엔지니어링 포트폴리오 발표를 시작하겠습니다. 본 발표는 26-05adf 애플리케이션 저장소와 SA-1 AI 프로세스 저장소의 실측 팩트만을 근거로 작성되었으며, 단 하나의 허위 수치 없이 모든 주장이 테스트와 코드로 증명된 사실만을 전달합니다.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JWT 기반 인증은 서버의 세션 저장 부담을 덜어주지만, 발급된 토큰을 중간에 무효화할 수 없다는 치명적인 보안 맹점이 있습니다. 저희는 RTR과 Redis Blacklist를 결합하여 무상태의 확장성을 해치지 않으면서도 토큰 상태 제어을 확보하는 아키텍처를 수립했습니다.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시스템의 도커 컨테이너 구성입니다. 외부로는 Nginx 포트 80만 노출되며, 모든 백엔드와 스토리지, 모니터링 스택은 도커 내부 브리지 네트워크로 격리되며 도커 기반으로 애플리케이션과 데이터 저장소, 관측 구성요소를 분리하고 컨테이너 네트워크를 통해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단순 JWT 구조에서는 토큰이 탈취되면 서버가 대처할 방법이 없습니다. 이를 해결하기 위해 1회용 Refresh Token Rotation과 로그아웃 즉시 잔여 수명만큼만 메모리에 등재하는 Redis Blacklist를 도입하여 무상태 인증에 실시간 제어력을 부여했습니다.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토큰 라이프사이클의 핵심은 RTR 재발급 시 기존 토큰이 즉시 무효화된다는 점입니다. 공격자가 가로챈 구버전 토큰으로 접근할 경우 서버는 즉시 401 에러를 반환하고 세션을 종료시킵니다. 로그아웃 또한 잔여 TTL만큼만 블랙리스트를 유지하여 메모리 낭비를 원천 차단합니다.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설계된 보안 기능은 10개의 단위 및 통합 테스트 스위트를 통해 100% 검증되었습니다. 특히 RTR 토큰 재사용 공격 차단과 로그아웃 토큰의 블랙리스트 필터링, 그리고 RBAC 권한 분기는 실제 MockMvc 통합 테스트로 무결성을 입증했습니다.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개발 과정에서 발생한 세 가지 핵심 장애를 TS 표준 6단계 프로세스로 해결했습니다. Redis 다운 시 60초간 블로킹되던 문제를 2초 타임아웃으로 격리했고, 클라이언트의 무한 401 루프를 차단했으며, 도커 컨테이너 격리로 인한 호스트 바인딩 이슈를 환경변수 기반 아키텍처로 정상화했습니다.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컨테이너 환경에서는 IP 주소가 유동적으로 변하므로 도커 내장 DNS 서비스명을 기반으로 상호 연결해야 합니다. TS-003을 해결하며 확립한 환경변수 주입 방식을 통해 로컬 환경과 도커 프로덕션 환경 간 무결한 네트워크 격리를 구축했습니다.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영속적인 비즈니스 도메인 데이터와 정규화된 권한 모델은 MySQL과 Flyway로 엄격히 통제하고, 밀리초 단위의 고속 조회가 필요한 RTR 토큰과 블랙리스트는 Redis의 TTL 기능을 활용하여 분리했습니다. Check-Then-Act 동시성 문제는 Redis Lua Script의 원자적 단일 실행으로 격리하여 Replay Attack을 100% 방어했습니다.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 부하 테스트 결과, 70명의 가상 사용자가 1분간 지속적으로 요청을 주입하는 환경에서 평균 응답속도 5.64ms, P95 9.98ms, 초당 463건의 처리량을 기록했습니다. 모든 차수에서 에러율 0.00%로 설정된 성능 임계치를 완벽히 충족했습니다.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애플리케이션의 헬스체크와 메트릭은 Actuator와 Prometheus, VictoriaMetrics 시계열 DB로 수집됩니다. k6 부하 중에도 JVM Heap과 DB 커넥션 풀이 안정적으로 유지됨을 확인했습니다. 다만 Grafana 대시보드는 현재 구성 단계이므로 '부분 구현(PARTIAL)'으로 명확히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SA-1 리포지토리의 거버넌스 규칙에 따라 AI Agent를 개발 프로세스에 통합했습니다. 요구사항 분석부터 검증, 문서화까지 8단계 라이프사이클을 거치며, AI가 작성한 코드는 반드시 JUnit과 k6 테스트를 거쳐 개발자의 승인 하에만 반영됩니다.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포트폴리오에서 제시하는 모든 보안, 성능, 인프라 주장은 소스 코드의 구현 위치와 이를 검증한 자동화 테스트 파일로 1:1 맵핑됩니다. 증거가 없는 주장은 일체 포함하지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구현 완료된 사실과 향후 계획을 명확히 분리합니다. 70 VU 부하 환경과 보안 메커니즘은 완벽히 검증되었으며, JPA N+1 정량 벤치마크나 분산 메시지 큐, 쿠버네티스 등은 다음 단계의 로드맵으로 관리하고 있습니다. 경청해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APMS.SR Backend &amp; Infrastructure Engineering Portfolio</dc:title>
  <dc:subject>PptxGenJS Presentation</dc:subject>
  <dc:creator>APMS.SR</dc:creator>
  <cp:lastModifiedBy>APMS.SR</cp:lastModifiedBy>
  <cp:revision>1</cp:revision>
  <dcterms:created xsi:type="dcterms:W3CDTF">2026-08-31T17:58:48Z</dcterms:created>
  <dcterms:modified xsi:type="dcterms:W3CDTF">2026-08-31T17:58:48Z</dcterms:modified>
</cp:coreProperties>
</file>